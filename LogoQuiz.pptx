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Proxima Nova"/>
      <p:regular r:id="rId37"/>
      <p:bold r:id="rId38"/>
      <p:italic r:id="rId39"/>
      <p:boldItalic r:id="rId40"/>
    </p:embeddedFont>
    <p:embeddedFont>
      <p:font typeface="Alfa Slab One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boldItalic.fntdata"/><Relationship Id="rId20" Type="http://schemas.openxmlformats.org/officeDocument/2006/relationships/slide" Target="slides/slide15.xml"/><Relationship Id="rId41" Type="http://schemas.openxmlformats.org/officeDocument/2006/relationships/font" Target="fonts/AlfaSlabOne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roximaNova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roximaNova-italic.fntdata"/><Relationship Id="rId16" Type="http://schemas.openxmlformats.org/officeDocument/2006/relationships/slide" Target="slides/slide11.xml"/><Relationship Id="rId38" Type="http://schemas.openxmlformats.org/officeDocument/2006/relationships/font" Target="fonts/ProximaNov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c200e1dc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c200e1dc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c200e1dc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c200e1dc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c200e1dc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5c200e1d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5c200e1dc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5c200e1dc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5c200e1dc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5c200e1dc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c200e1dc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5c200e1dc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c200e1dc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c200e1dc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c200e1dc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c200e1dc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c200e1dc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5c200e1dc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c200e1dc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c200e1dc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c200e1dc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c200e1dc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c200e1dc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5c200e1dc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c200e1dc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c200e1dc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c200e1dc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c200e1dc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c200e1dc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5c200e1dc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c200e1dc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5c200e1dc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c200e1dc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5c200e1dc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5c200e1dc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5c200e1dc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c200e1dc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5c200e1dc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5c200e1dc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5c200e1dc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c200e1dc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5c200e1dc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c200e1dc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c200e1dc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5c200e1dc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5c200e1dc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5c200e1dc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5c200e1dc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c200e1dc3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c200e1dc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c200e1dc3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c200e1dc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c200e1dc3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5c200e1dc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c200e1dc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5c200e1dc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5c200e1dc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5c200e1dc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5c200e1dc3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5c200e1dc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gif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Can You Guess These Logos?</a:t>
            </a:r>
            <a:endParaRPr sz="54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713" y="1452563"/>
            <a:ext cx="1552575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6550" y="1143000"/>
            <a:ext cx="33909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2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524000"/>
            <a:ext cx="2857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2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524000"/>
            <a:ext cx="2857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3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425" y="1619250"/>
            <a:ext cx="23431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3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425" y="1619250"/>
            <a:ext cx="23431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4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625" y="1536100"/>
            <a:ext cx="28575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4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675" y="1357575"/>
            <a:ext cx="3344775" cy="11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5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485900"/>
            <a:ext cx="476250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5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485900"/>
            <a:ext cx="476250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6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500" y="1787150"/>
            <a:ext cx="744300" cy="63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6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263" y="1124525"/>
            <a:ext cx="187642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7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938" y="1700213"/>
            <a:ext cx="176212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7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1338263"/>
            <a:ext cx="381000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8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950" y="2005013"/>
            <a:ext cx="8001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8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2005013"/>
            <a:ext cx="38100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9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957388"/>
            <a:ext cx="28575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9</a:t>
            </a:r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957388"/>
            <a:ext cx="28575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10</a:t>
            </a:r>
            <a:endParaRPr/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2028825"/>
            <a:ext cx="381000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10</a:t>
            </a:r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2028825"/>
            <a:ext cx="381000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11</a:t>
            </a:r>
            <a:endParaRPr/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900" y="1947863"/>
            <a:ext cx="838200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11</a:t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75" y="1947863"/>
            <a:ext cx="4286250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12</a:t>
            </a:r>
            <a:endParaRPr/>
          </a:p>
        </p:txBody>
      </p:sp>
      <p:sp>
        <p:nvSpPr>
          <p:cNvPr id="214" name="Google Shape;214;p36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0" y="1985963"/>
            <a:ext cx="5715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12</a:t>
            </a:r>
            <a:endParaRPr/>
          </a:p>
        </p:txBody>
      </p:sp>
      <p:sp>
        <p:nvSpPr>
          <p:cNvPr id="221" name="Google Shape;221;p37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188" y="1985963"/>
            <a:ext cx="309562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13</a:t>
            </a:r>
            <a:endParaRPr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563" y="1409700"/>
            <a:ext cx="242887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13</a:t>
            </a:r>
            <a:endParaRPr/>
          </a:p>
        </p:txBody>
      </p:sp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563" y="1085850"/>
            <a:ext cx="242887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14</a:t>
            </a:r>
            <a:endParaRPr/>
          </a:p>
        </p:txBody>
      </p:sp>
      <p:sp>
        <p:nvSpPr>
          <p:cNvPr id="242" name="Google Shape;242;p40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613" y="1619250"/>
            <a:ext cx="239077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14</a:t>
            </a:r>
            <a:endParaRPr/>
          </a:p>
        </p:txBody>
      </p:sp>
      <p:sp>
        <p:nvSpPr>
          <p:cNvPr id="249" name="Google Shape;249;p41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613" y="1619250"/>
            <a:ext cx="239077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15</a:t>
            </a:r>
            <a:endParaRPr/>
          </a:p>
        </p:txBody>
      </p:sp>
      <p:sp>
        <p:nvSpPr>
          <p:cNvPr id="256" name="Google Shape;256;p42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700" y="2062163"/>
            <a:ext cx="99060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235200" y="144875"/>
            <a:ext cx="34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84315"/>
                </a:solidFill>
                <a:latin typeface="Proxima Nova"/>
                <a:ea typeface="Proxima Nova"/>
                <a:cs typeface="Proxima Nova"/>
                <a:sym typeface="Proxima Nova"/>
              </a:rPr>
              <a:t>LOGO # 15</a:t>
            </a:r>
            <a:endParaRPr/>
          </a:p>
        </p:txBody>
      </p:sp>
      <p:sp>
        <p:nvSpPr>
          <p:cNvPr id="263" name="Google Shape;263;p43"/>
          <p:cNvSpPr txBox="1"/>
          <p:nvPr>
            <p:ph idx="1" type="body"/>
          </p:nvPr>
        </p:nvSpPr>
        <p:spPr>
          <a:xfrm>
            <a:off x="358775" y="71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5575" y="1665663"/>
            <a:ext cx="3810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0400" y="1318175"/>
            <a:ext cx="2301200" cy="23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